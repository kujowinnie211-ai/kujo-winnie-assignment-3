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NUMERICAL METHODS 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x³ + 7x² + 5x − 4 = 0</a:t>
            </a:r>
          </a:p>
          <a:p>
            <a:r>
              <a:t>Newton-Raphson • Secant • RK4</a:t>
            </a:r>
          </a:p>
          <a:p>
            <a:r>
              <a:t>MATLAB FOR &amp; WHILE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Solve f(x)=x³+7x²+5x−4=0</a:t>
            </a:r>
          </a:p>
          <a:p>
            <a:r>
              <a:t>f′(x)=3x²+14x+5</a:t>
            </a:r>
          </a:p>
          <a:p>
            <a:r>
              <a:t>Tolerance = 10⁻⁸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Newton-Raphson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xₙ₊₁=xₙ−f(xₙ)/f′(xₙ)</a:t>
            </a:r>
          </a:p>
          <a:p>
            <a:r>
              <a:t>Starting guesses: 0, −1, −6</a:t>
            </a:r>
          </a:p>
          <a:p>
            <a:r>
              <a:t>Roots: −6.06724009, −1.40274987, 0.46998995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Newton-Raphson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01_Newton_Raphs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100977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Secant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xₙ₊₁=xₙ−f(xₙ)(xₙ−xₙ₋₁)/[f(xₙ)−f(xₙ₋₁)]</a:t>
            </a:r>
          </a:p>
          <a:p>
            <a:r>
              <a:t>No derivative is required.</a:t>
            </a:r>
          </a:p>
          <a:p>
            <a:r>
              <a:t>Roots: −6.06724009, −1.40274987, 0.46998995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Secant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02_Secant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100977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Runge-Kutta (RK4)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RK4 normally solves ODEs.</a:t>
            </a:r>
          </a:p>
          <a:p>
            <a:r>
              <a:t>Use y′=−F(y)/F′(y).</a:t>
            </a:r>
          </a:p>
          <a:p>
            <a:r>
              <a:t>At equilibrium y′=0, so F(y)=0 and the equilibrium values are the polynomial roots.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RK4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03_RK4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100977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Input values → calculate new approximation → calculate error → test tolerance → update and repeat → display root → STOP.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MATLAB FOR and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FOR: repeat up to a maximum number of iterations and stop when tolerance is reached.</a:t>
            </a:r>
          </a:p>
          <a:p>
            <a:r>
              <a:t>WHILE: continue while error is above tolerance and the iteration limit is not reached.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Newton-Raphson: −6.06724009, −1.40274987, 0.46998995</a:t>
            </a:r>
          </a:p>
          <a:p>
            <a:r>
              <a:t>Secant: −6.06724009, −1.40274987, 0.46998995</a:t>
            </a:r>
          </a:p>
          <a:p>
            <a:r>
              <a:t>RK4 continuous Newton: approximately the same roots.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same polynomial was solved using the three requested approaches. Flowcharts, pseudocode, worked iterations, and MATLAB FOR/WHILE programs are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270</Words>
  <Application>Microsoft Office PowerPoint</Application>
  <PresentationFormat>On-screen Show (4:3)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NUMERICAL METHODS ASSIGNMENT</vt:lpstr>
      <vt:lpstr>Problem and Function</vt:lpstr>
      <vt:lpstr>Newton-Raphson</vt:lpstr>
      <vt:lpstr>Newton-Raphson Flowchart</vt:lpstr>
      <vt:lpstr>Secant Method</vt:lpstr>
      <vt:lpstr>Secant Flowchart</vt:lpstr>
      <vt:lpstr>Runge-Kutta (RK4)</vt:lpstr>
      <vt:lpstr>RK4 Flowchart</vt:lpstr>
      <vt:lpstr>Pseudocode</vt:lpstr>
      <vt:lpstr>MATLAB FOR and WHILE</vt:lpstr>
      <vt:lpstr>Final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METHODS ASSIGNMENT</dc:title>
  <dc:subject/>
  <dc:creator/>
  <cp:keywords/>
  <dc:description>generated using python-pptx</dc:description>
  <cp:lastModifiedBy>user</cp:lastModifiedBy>
  <cp:revision>1</cp:revision>
  <dcterms:created xsi:type="dcterms:W3CDTF">2013-01-27T09:14:16Z</dcterms:created>
  <dcterms:modified xsi:type="dcterms:W3CDTF">2026-09-28T13:26:59Z</dcterms:modified>
  <cp:category/>
</cp:coreProperties>
</file>